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4EBD-8719-BFBF-8EDE-77A0FDE5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28FFE-8B05-C0CF-ECE1-E1657A989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F428A-84DC-766B-6C92-524B855A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68E4-546E-17BF-73E3-B2FDED25C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CA975-EDCA-5450-B966-0F83AAF5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5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330A-D239-0D23-EB1E-D25D1807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33A6-1358-3C1A-6BCD-A9837F8D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8745A-A23F-4691-203A-A9D91805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BFF79-4ECF-5A98-794C-6B4DB8C5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EFDBE-D398-53D5-9DA9-D9DD1EFD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0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B316-8C54-B32B-406F-1E28174A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49272-65FD-4090-9ECA-BBBBCF321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DF836-F0FA-47B5-E712-7DB8D7A8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025F-E386-0736-4E39-31BACB24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78AB-A188-7CE0-9AB3-A2726220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B925-1614-812F-EE4A-D2B115DDF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7715-3452-86C1-5D2A-63249A34D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3A84A-C453-2F0A-B1F0-B4041B165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72BFC-8C15-4E65-6B9C-975C9B59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7C4F9-46FB-EDA6-E627-BB91E602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C8BB5-64CB-5963-DA73-89289893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58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5DE8-3F4D-C287-4579-C2BAD590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5BA83-8B7F-9BC2-A518-3F56AB772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92086-E072-8CF5-5ACD-6F2B3816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2BC29-C6E3-1DB6-BF98-71516BECE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54AAB-EA1A-90F6-608C-BAFE940EB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8B577C-4834-8483-D210-53D151CF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DE0F60-3FCA-5F48-AA65-90E383C6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E8553-96C7-0F85-B70A-18E55263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08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2338-E7F8-7896-5CC8-6E21C35E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8258D-34F8-E0F4-822D-2027E2E7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F25F2-A3F0-2CAF-09C5-539550B4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CD680-2A88-2509-ABCC-612602A7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05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D2BCF-A110-BDC3-4E91-48C402BA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F01A4-0ED0-4585-ADC8-BF95DFFF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3797E-3709-BCCC-486D-C1AF912A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4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794B-965F-C6B2-6286-AB5231C6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3BD5-A131-4D08-7F61-5087AA7E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2107A-45CE-AC55-5618-2B76CEA1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12B2D-958E-1A2D-632C-1095ED52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C8A7C-202B-557F-A202-159F4A50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C01BF-7EDE-F8CA-816A-7BC0775E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19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25AB-4B91-F558-605B-3B821922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F80D3-07E1-4294-A02D-06A43FF42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220B3-A610-AFE9-569A-3C707E5DC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E6471-C2C1-11EE-F6A0-A2A4D531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B23DB-15A9-5CA8-7833-90CA9DB2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03BDF-D29A-FEA6-B4AF-2F655F25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81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2989-8482-19C4-1C51-0E80F961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B4612-56DA-21F2-7CFE-976095104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0E80-B033-AB98-9D1E-466A0FEF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6C9FA-23A2-8F56-CAAE-738A6D91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E89DE-239B-200D-87CA-B2A3936B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9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36221-ADD9-D8E1-DCAC-5AD3B79A6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098B8-4312-AF85-3304-FB1D4578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5F9A6-594C-175D-0B2D-C94AF085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B09A4-CA1B-B7A8-2594-6571FC82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D48FE-8F02-D684-1FFD-BA34E208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3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D2C6C-68B2-BA25-B409-B1E6D396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A9F83-B045-0163-7B63-8E17067A1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D1E3C-8B4F-0218-CDF8-0F0EC18F6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98A4D-A474-44C8-81AC-CC31359603D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76137-ED7E-63F0-319A-090E0B049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45529-249F-5A4B-E019-00B40A01C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38AFF-500F-4CC0-AC5F-FFD1168CC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5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30C4-10C4-BB4C-E24F-F879CDC4F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13599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D3DE-66A1-B896-14F7-3CD80CB97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: Data is basically a collection of facts related to some object.</a:t>
            </a:r>
          </a:p>
          <a:p>
            <a:r>
              <a:rPr lang="en-IN" dirty="0"/>
              <a:t>Database : A Database is a collection of small units of data arranged in a systematic manner.</a:t>
            </a:r>
          </a:p>
          <a:p>
            <a:r>
              <a:rPr lang="en-IN" dirty="0"/>
              <a:t>RDBMS : A Relational Database Management System is a collection of tools that allows the users to manipulate, organize and visualize the contents of a database while following some standard rules that facilitate fast response between the database and the user side.</a:t>
            </a:r>
          </a:p>
        </p:txBody>
      </p:sp>
    </p:spTree>
    <p:extLst>
      <p:ext uri="{BB962C8B-B14F-4D97-AF65-F5344CB8AC3E}">
        <p14:creationId xmlns:p14="http://schemas.microsoft.com/office/powerpoint/2010/main" val="56018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61C5-68E8-D111-BF87-ABAA8089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9B3C-597D-D1FC-59DF-50DBDDC2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 allows us to interact with the databases and bring out/manipulate data within them.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954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SQL</vt:lpstr>
      <vt:lpstr>PowerPoint Presentation</vt:lpstr>
      <vt:lpstr>SQL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JASHWANTH ALLA</dc:creator>
  <cp:lastModifiedBy>JASHWANTH ALLA</cp:lastModifiedBy>
  <cp:revision>5</cp:revision>
  <dcterms:created xsi:type="dcterms:W3CDTF">2026-09-09T11:01:58Z</dcterms:created>
  <dcterms:modified xsi:type="dcterms:W3CDTF">2026-09-09T11:50:29Z</dcterms:modified>
</cp:coreProperties>
</file>